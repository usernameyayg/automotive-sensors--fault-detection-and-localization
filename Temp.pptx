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12192000" cy="6858000"/>
  <p:embeddedFontLst>
    <p:embeddedFont>
      <p:font typeface="Arimo" panose="020B0604020202020204" charset="0"/>
      <p:regular r:id="rId5"/>
      <p:bold r:id="rId6"/>
      <p:italic r:id="rId7"/>
      <p:boldItalic r:id="rId8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87EA89-6A60-4A7B-B168-3A6FA02AAC71}">
  <a:tblStyle styleId="{5D87EA89-6A60-4A7B-B168-3A6FA02AAC71}" styleName="Table_0">
    <a:wholeTbl>
      <a:tcTxStyle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solidFill>
                <a:schemeClr val="dk1"/>
              </a:solidFill>
            </a:ln>
          </a:insideH>
          <a:insideV>
            <a:ln w="12700">
              <a:solidFill>
                <a:schemeClr val="dk1"/>
              </a:solidFill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96368-09AF-35F1-4AD4-D90813BEE430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8BADC9-B16A-3570-018B-6921246C4B81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elfolie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/>
        </p:nvSpPr>
        <p:spPr bwMode="auto">
          <a:xfrm>
            <a:off x="912295" y="1268413"/>
            <a:ext cx="92159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Google Shape;15;p14"/>
          <p:cNvSpPr txBox="1">
            <a:spLocks noGrp="1"/>
          </p:cNvSpPr>
          <p:nvPr>
            <p:ph type="ctrTitle"/>
          </p:nvPr>
        </p:nvSpPr>
        <p:spPr bwMode="auto">
          <a:xfrm>
            <a:off x="527393" y="1412777"/>
            <a:ext cx="10369153" cy="115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rgbClr val="008C4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ubTitle" idx="1"/>
          </p:nvPr>
        </p:nvSpPr>
        <p:spPr bwMode="auto">
          <a:xfrm>
            <a:off x="527393" y="2852712"/>
            <a:ext cx="10369153" cy="237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070"/>
              <a:buFont typeface="Noto Sans Symbol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14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el und Inhalt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 txBox="1">
            <a:spLocks noGrp="1"/>
          </p:cNvSpPr>
          <p:nvPr>
            <p:ph type="title"/>
          </p:nvPr>
        </p:nvSpPr>
        <p:spPr bwMode="auto">
          <a:xfrm>
            <a:off x="335361" y="764705"/>
            <a:ext cx="10753195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body" idx="1"/>
          </p:nvPr>
        </p:nvSpPr>
        <p:spPr bwMode="auto">
          <a:xfrm>
            <a:off x="335361" y="1268760"/>
            <a:ext cx="10753195" cy="504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045" algn="l">
              <a:spcBef>
                <a:spcPts val="0"/>
              </a:spcBef>
              <a:spcAft>
                <a:spcPts val="0"/>
              </a:spcAft>
              <a:buSzPts val="2070"/>
              <a:buChar char="▪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" name="Google Shape;21;p15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CECE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  <p:sp>
        <p:nvSpPr>
          <p:cNvPr id="22" name="Google Shape;22;p15"/>
          <p:cNvSpPr txBox="1"/>
          <p:nvPr/>
        </p:nvSpPr>
        <p:spPr bwMode="auto">
          <a:xfrm>
            <a:off x="11438478" y="6453344"/>
            <a:ext cx="7662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800" b="0" i="0" u="none" strike="noStrike" cap="none">
                <a:solidFill>
                  <a:srgbClr val="808080"/>
                </a:solidFill>
                <a:latin typeface="Arimo"/>
                <a:ea typeface="Arimo"/>
                <a:cs typeface="Arimo"/>
              </a:rPr>
              <a:t>‹#›</a:t>
            </a:fld>
            <a:endParaRPr sz="1800" b="0" i="0" u="none" strike="noStrike" cap="none">
              <a:solidFill>
                <a:srgbClr val="808080"/>
              </a:solidFill>
              <a:latin typeface="Arimo"/>
              <a:ea typeface="Arimo"/>
              <a:cs typeface="Arim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Abschnitts- überschrift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>
            <a:spLocks noGrp="1"/>
          </p:cNvSpPr>
          <p:nvPr>
            <p:ph type="title"/>
          </p:nvPr>
        </p:nvSpPr>
        <p:spPr bwMode="auto">
          <a:xfrm>
            <a:off x="335361" y="4406914"/>
            <a:ext cx="10753195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 bwMode="auto">
          <a:xfrm>
            <a:off x="335361" y="2906713"/>
            <a:ext cx="10753195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300"/>
              <a:buNone/>
              <a:defRPr sz="2000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800"/>
              <a:buFont typeface="Arimo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600"/>
              <a:buFont typeface="Arimo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17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  <p:sp>
        <p:nvSpPr>
          <p:cNvPr id="33" name="Google Shape;33;p17"/>
          <p:cNvSpPr txBox="1"/>
          <p:nvPr/>
        </p:nvSpPr>
        <p:spPr bwMode="auto">
          <a:xfrm>
            <a:off x="11438478" y="6453344"/>
            <a:ext cx="7662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800">
                <a:solidFill>
                  <a:srgbClr val="808080"/>
                </a:solidFill>
                <a:latin typeface="Arimo"/>
                <a:ea typeface="Arimo"/>
                <a:cs typeface="Arimo"/>
              </a:rPr>
              <a:t>‹#›</a:t>
            </a:fld>
            <a:endParaRPr sz="1800">
              <a:solidFill>
                <a:srgbClr val="808080"/>
              </a:solidFill>
              <a:latin typeface="Arimo"/>
              <a:ea typeface="Arimo"/>
              <a:cs typeface="Arim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Nur Titel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 bwMode="auto">
          <a:xfrm>
            <a:off x="335361" y="1125552"/>
            <a:ext cx="1075319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" name="Google Shape;36;p18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Inhalt mit Überschrift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>
            <a:spLocks noGrp="1"/>
          </p:cNvSpPr>
          <p:nvPr>
            <p:ph type="title"/>
          </p:nvPr>
        </p:nvSpPr>
        <p:spPr bwMode="auto">
          <a:xfrm>
            <a:off x="335363" y="816260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1"/>
          </p:nvPr>
        </p:nvSpPr>
        <p:spPr bwMode="auto">
          <a:xfrm>
            <a:off x="4492496" y="816253"/>
            <a:ext cx="6596061" cy="5493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62280" algn="l">
              <a:spcBef>
                <a:spcPts val="0"/>
              </a:spcBef>
              <a:spcAft>
                <a:spcPts val="0"/>
              </a:spcAft>
              <a:buSzPts val="3680"/>
              <a:buChar char="▪"/>
              <a:defRPr sz="3200"/>
            </a:lvl1pPr>
            <a:lvl2pPr marL="914400" lvl="1" indent="-406400" algn="l">
              <a:spcBef>
                <a:spcPts val="0"/>
              </a:spcBef>
              <a:spcAft>
                <a:spcPts val="0"/>
              </a:spcAft>
              <a:buSzPts val="2800"/>
              <a:buFont typeface="Arimo"/>
              <a:buChar char="-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SzPts val="2400"/>
              <a:buFont typeface="Arimo"/>
              <a:buChar char="-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SzPts val="2000"/>
              <a:buFont typeface="Arimo"/>
              <a:buChar char="-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2"/>
          </p:nvPr>
        </p:nvSpPr>
        <p:spPr bwMode="auto">
          <a:xfrm>
            <a:off x="335363" y="1978306"/>
            <a:ext cx="4011084" cy="4331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610"/>
              <a:buNone/>
              <a:defRPr sz="1400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200"/>
              <a:buFont typeface="Arimo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900"/>
              <a:buFont typeface="Arimo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41" name="Google Shape;41;p19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  <p:pic>
        <p:nvPicPr>
          <p:cNvPr id="42" name="Google Shape;42;p19" descr="Logo_TUC_de_RGB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12" y="14"/>
            <a:ext cx="4078817" cy="569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19" descr="Logo_TUC_de_RGB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335360" y="6436782"/>
            <a:ext cx="2003517" cy="27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9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4463819" y="6513129"/>
            <a:ext cx="2685480" cy="21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9"/>
          <p:cNvPicPr/>
          <p:nvPr/>
        </p:nvPicPr>
        <p:blipFill>
          <a:blip r:embed="rId5">
            <a:alphaModFix/>
          </a:blip>
          <a:stretch/>
        </p:blipFill>
        <p:spPr bwMode="auto">
          <a:xfrm>
            <a:off x="8835511" y="6457363"/>
            <a:ext cx="2253055" cy="316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19"/>
          <p:cNvPicPr/>
          <p:nvPr/>
        </p:nvPicPr>
        <p:blipFill>
          <a:blip r:embed="rId6">
            <a:alphaModFix/>
          </a:blip>
          <a:stretch/>
        </p:blipFill>
        <p:spPr bwMode="auto">
          <a:xfrm>
            <a:off x="7009749" y="253192"/>
            <a:ext cx="4078817" cy="33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ild mit Überschrift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>
            <a:spLocks noGrp="1"/>
          </p:cNvSpPr>
          <p:nvPr>
            <p:ph type="title"/>
          </p:nvPr>
        </p:nvSpPr>
        <p:spPr bwMode="auto">
          <a:xfrm>
            <a:off x="2389717" y="4800613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9" name="Google Shape;49;p20"/>
          <p:cNvSpPr>
            <a:spLocks noGrp="1"/>
          </p:cNvSpPr>
          <p:nvPr>
            <p:ph type="pic" idx="2"/>
          </p:nvPr>
        </p:nvSpPr>
        <p:spPr bwMode="auto">
          <a:xfrm>
            <a:off x="2389717" y="764718"/>
            <a:ext cx="7315200" cy="3962871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20"/>
          <p:cNvSpPr txBox="1">
            <a:spLocks noGrp="1"/>
          </p:cNvSpPr>
          <p:nvPr>
            <p:ph type="body" idx="1"/>
          </p:nvPr>
        </p:nvSpPr>
        <p:spPr bwMode="auto">
          <a:xfrm>
            <a:off x="2389717" y="536735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610"/>
              <a:buNone/>
              <a:defRPr sz="1400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200"/>
              <a:buFont typeface="Arimo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900"/>
              <a:buFont typeface="Arimo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51" name="Google Shape;51;p20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  <p:pic>
        <p:nvPicPr>
          <p:cNvPr id="52" name="Google Shape;52;p20" descr="Logo_TUC_de_RGB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12" y="14"/>
            <a:ext cx="4078817" cy="569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20" descr="Logo_TUC_de_RGB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335360" y="6436782"/>
            <a:ext cx="2003517" cy="27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20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4463819" y="6513129"/>
            <a:ext cx="2685480" cy="21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20"/>
          <p:cNvPicPr/>
          <p:nvPr/>
        </p:nvPicPr>
        <p:blipFill>
          <a:blip r:embed="rId5">
            <a:alphaModFix/>
          </a:blip>
          <a:stretch/>
        </p:blipFill>
        <p:spPr bwMode="auto">
          <a:xfrm>
            <a:off x="8835511" y="6457363"/>
            <a:ext cx="2253055" cy="316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20"/>
          <p:cNvPicPr/>
          <p:nvPr/>
        </p:nvPicPr>
        <p:blipFill>
          <a:blip r:embed="rId6">
            <a:alphaModFix/>
          </a:blip>
          <a:stretch/>
        </p:blipFill>
        <p:spPr bwMode="auto">
          <a:xfrm>
            <a:off x="7009749" y="253192"/>
            <a:ext cx="4078817" cy="33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el und vertikaler Text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 txBox="1">
            <a:spLocks noGrp="1"/>
          </p:cNvSpPr>
          <p:nvPr>
            <p:ph type="title"/>
          </p:nvPr>
        </p:nvSpPr>
        <p:spPr bwMode="auto">
          <a:xfrm>
            <a:off x="335361" y="836726"/>
            <a:ext cx="1075319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263687" y="-1515549"/>
            <a:ext cx="4896544" cy="10753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045" algn="l">
              <a:spcBef>
                <a:spcPts val="0"/>
              </a:spcBef>
              <a:spcAft>
                <a:spcPts val="0"/>
              </a:spcAft>
              <a:buSzPts val="2070"/>
              <a:buChar char="▪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21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  <p:pic>
        <p:nvPicPr>
          <p:cNvPr id="61" name="Google Shape;61;p21" descr="Logo_TUC_de_RGB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12" y="14"/>
            <a:ext cx="4078817" cy="569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1" descr="Logo_TUC_de_RGB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335360" y="6436782"/>
            <a:ext cx="2003517" cy="27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21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4463819" y="6513129"/>
            <a:ext cx="2685480" cy="21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21"/>
          <p:cNvPicPr/>
          <p:nvPr/>
        </p:nvPicPr>
        <p:blipFill>
          <a:blip r:embed="rId5">
            <a:alphaModFix/>
          </a:blip>
          <a:stretch/>
        </p:blipFill>
        <p:spPr bwMode="auto">
          <a:xfrm>
            <a:off x="8835511" y="6457363"/>
            <a:ext cx="2253055" cy="316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21"/>
          <p:cNvPicPr/>
          <p:nvPr/>
        </p:nvPicPr>
        <p:blipFill>
          <a:blip r:embed="rId6">
            <a:alphaModFix/>
          </a:blip>
          <a:stretch/>
        </p:blipFill>
        <p:spPr bwMode="auto">
          <a:xfrm>
            <a:off x="7009749" y="253192"/>
            <a:ext cx="4078817" cy="33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Vertikaler Titel und Text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" name="Google Shape;67;p22"/>
          <p:cNvSpPr txBox="1">
            <a:spLocks noGrp="1"/>
          </p:cNvSpPr>
          <p:nvPr>
            <p:ph type="title"/>
          </p:nvPr>
        </p:nvSpPr>
        <p:spPr bwMode="auto">
          <a:xfrm rot="5400000">
            <a:off x="7130484" y="2278424"/>
            <a:ext cx="5183759" cy="2732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652287" y="-264190"/>
            <a:ext cx="5183759" cy="7817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045" algn="l">
              <a:spcBef>
                <a:spcPts val="0"/>
              </a:spcBef>
              <a:spcAft>
                <a:spcPts val="0"/>
              </a:spcAft>
              <a:buSzPts val="2070"/>
              <a:buChar char="▪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22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  <p:pic>
        <p:nvPicPr>
          <p:cNvPr id="70" name="Google Shape;70;p22" descr="Logo_TUC_de_RGB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12" y="14"/>
            <a:ext cx="4078817" cy="569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22" descr="Logo_TUC_de_RGB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335360" y="6436782"/>
            <a:ext cx="2003517" cy="27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22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4463819" y="6513129"/>
            <a:ext cx="2685480" cy="21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2"/>
          <p:cNvPicPr/>
          <p:nvPr/>
        </p:nvPicPr>
        <p:blipFill>
          <a:blip r:embed="rId5">
            <a:alphaModFix/>
          </a:blip>
          <a:stretch/>
        </p:blipFill>
        <p:spPr bwMode="auto">
          <a:xfrm>
            <a:off x="8835511" y="6457363"/>
            <a:ext cx="2253055" cy="316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2"/>
          <p:cNvPicPr/>
          <p:nvPr/>
        </p:nvPicPr>
        <p:blipFill>
          <a:blip r:embed="rId6">
            <a:alphaModFix/>
          </a:blip>
          <a:stretch/>
        </p:blipFill>
        <p:spPr bwMode="auto">
          <a:xfrm>
            <a:off x="7009749" y="253192"/>
            <a:ext cx="4078817" cy="33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  <p:sp>
        <p:nvSpPr>
          <p:cNvPr id="7" name="Google Shape;7;p13"/>
          <p:cNvSpPr txBox="1"/>
          <p:nvPr/>
        </p:nvSpPr>
        <p:spPr bwMode="auto">
          <a:xfrm>
            <a:off x="11438478" y="6453344"/>
            <a:ext cx="7662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800" b="0" i="0" u="none" strike="noStrike" cap="none">
                <a:solidFill>
                  <a:srgbClr val="808080"/>
                </a:solidFill>
                <a:latin typeface="Arimo"/>
                <a:ea typeface="Arimo"/>
                <a:cs typeface="Arimo"/>
              </a:rPr>
              <a:t>‹#›</a:t>
            </a:fld>
            <a:endParaRPr sz="1800" b="0" i="0" u="none" strike="noStrike" cap="none">
              <a:solidFill>
                <a:srgbClr val="808080"/>
              </a:solidFill>
              <a:latin typeface="Arimo"/>
              <a:ea typeface="Arimo"/>
              <a:cs typeface="Arimo"/>
            </a:endParaRPr>
          </a:p>
        </p:txBody>
      </p:sp>
      <p:sp>
        <p:nvSpPr>
          <p:cNvPr id="8" name="Google Shape;8;p13"/>
          <p:cNvSpPr txBox="1"/>
          <p:nvPr/>
        </p:nvSpPr>
        <p:spPr bwMode="auto">
          <a:xfrm>
            <a:off x="912295" y="1268413"/>
            <a:ext cx="92159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Google Shape;9;p13"/>
          <p:cNvSpPr txBox="1">
            <a:spLocks noGrp="1"/>
          </p:cNvSpPr>
          <p:nvPr>
            <p:ph type="title"/>
          </p:nvPr>
        </p:nvSpPr>
        <p:spPr bwMode="auto">
          <a:xfrm>
            <a:off x="335361" y="702204"/>
            <a:ext cx="1075319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body" idx="1"/>
          </p:nvPr>
        </p:nvSpPr>
        <p:spPr bwMode="auto">
          <a:xfrm>
            <a:off x="335361" y="1268417"/>
            <a:ext cx="10753195" cy="5040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0045" algn="l">
              <a:spcBef>
                <a:spcPts val="0"/>
              </a:spcBef>
              <a:spcAft>
                <a:spcPts val="0"/>
              </a:spcAft>
              <a:buClr>
                <a:srgbClr val="008C4F"/>
              </a:buClr>
              <a:buSzPts val="207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914400" marR="0" lvl="1" indent="-342900" algn="l">
              <a:spcBef>
                <a:spcPts val="0"/>
              </a:spcBef>
              <a:spcAft>
                <a:spcPts val="0"/>
              </a:spcAft>
              <a:buClr>
                <a:srgbClr val="008C4F"/>
              </a:buClr>
              <a:buSzPts val="1800"/>
              <a:buFont typeface="Arimo"/>
              <a:buChar char="-"/>
              <a:defRPr sz="18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1371600" marR="0" lvl="2" indent="-317500" algn="l">
              <a:spcBef>
                <a:spcPts val="0"/>
              </a:spcBef>
              <a:spcAft>
                <a:spcPts val="0"/>
              </a:spcAft>
              <a:buClr>
                <a:srgbClr val="008C4F"/>
              </a:buClr>
              <a:buSzPts val="1400"/>
              <a:buFont typeface="Arimo"/>
              <a:buChar char="-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1828800" marR="0" lvl="3" indent="-317500" algn="l">
              <a:spcBef>
                <a:spcPts val="0"/>
              </a:spcBef>
              <a:spcAft>
                <a:spcPts val="0"/>
              </a:spcAft>
              <a:buClr>
                <a:srgbClr val="008C4F"/>
              </a:buClr>
              <a:buSzPts val="1400"/>
              <a:buFont typeface="Arimo"/>
              <a:buChar char="-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2286000" marR="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2743200" marR="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3200400" marR="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3657600" marR="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4114800" marR="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11" name="Google Shape;11;p13" descr="Logo_TUC_de_RGB"/>
          <p:cNvPicPr/>
          <p:nvPr/>
        </p:nvPicPr>
        <p:blipFill>
          <a:blip r:embed="rId10">
            <a:alphaModFix/>
          </a:blip>
          <a:stretch/>
        </p:blipFill>
        <p:spPr bwMode="auto">
          <a:xfrm>
            <a:off x="12" y="14"/>
            <a:ext cx="3060000" cy="569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3"/>
          <p:cNvPicPr/>
          <p:nvPr/>
        </p:nvPicPr>
        <p:blipFill>
          <a:blip r:embed="rId11">
            <a:alphaModFix/>
          </a:blip>
          <a:stretch/>
        </p:blipFill>
        <p:spPr bwMode="auto">
          <a:xfrm>
            <a:off x="8040469" y="253192"/>
            <a:ext cx="3059493" cy="3333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>
            <a:spLocks noGrp="1"/>
          </p:cNvSpPr>
          <p:nvPr>
            <p:ph type="ctrTitle"/>
          </p:nvPr>
        </p:nvSpPr>
        <p:spPr bwMode="auto">
          <a:xfrm>
            <a:off x="425556" y="906934"/>
            <a:ext cx="10369153" cy="83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defRPr/>
            </a:pPr>
            <a:r>
              <a:rPr lang="en-US" dirty="0">
                <a:latin typeface="Times New Roman"/>
                <a:ea typeface="Times New Roman"/>
                <a:cs typeface="Times New Roman"/>
              </a:rPr>
              <a:t>Institute for Software and Systems Engineering</a:t>
            </a:r>
            <a:br>
              <a:rPr lang="en-US" dirty="0">
                <a:latin typeface="Times New Roman"/>
                <a:ea typeface="Times New Roman"/>
                <a:cs typeface="Times New Roman"/>
              </a:rPr>
            </a:br>
            <a:br>
              <a:rPr lang="en-US" dirty="0">
                <a:latin typeface="Times New Roman"/>
                <a:ea typeface="Times New Roman"/>
                <a:cs typeface="Times New Roman"/>
              </a:rPr>
            </a:br>
            <a:br>
              <a:rPr lang="en-US" dirty="0">
                <a:latin typeface="Times New Roman"/>
                <a:ea typeface="Times New Roman"/>
                <a:cs typeface="Times New Roman"/>
              </a:rPr>
            </a:br>
            <a:br>
              <a:rPr lang="en-US" sz="2400" dirty="0">
                <a:latin typeface="Times New Roman"/>
                <a:ea typeface="Times New Roman"/>
                <a:cs typeface="Times New Roman"/>
              </a:rPr>
            </a:br>
            <a:r>
              <a:rPr lang="en-US" sz="1800" b="1" dirty="0">
                <a:latin typeface="+mj-lt"/>
                <a:ea typeface="Times New Roman"/>
                <a:cs typeface="Times New Roman"/>
              </a:rPr>
              <a:t>Title</a:t>
            </a:r>
            <a:br>
              <a:rPr lang="en-US" dirty="0">
                <a:latin typeface="Times New Roman"/>
                <a:ea typeface="Times New Roman"/>
                <a:cs typeface="Times New Roman"/>
              </a:rPr>
            </a:br>
            <a:br>
              <a:rPr lang="en-US" dirty="0">
                <a:latin typeface="Times New Roman"/>
                <a:ea typeface="Times New Roman"/>
                <a:cs typeface="Times New Roman"/>
              </a:rPr>
            </a:br>
            <a:br>
              <a:rPr lang="en-US" dirty="0">
                <a:latin typeface="Times New Roman"/>
                <a:ea typeface="Times New Roman"/>
                <a:cs typeface="Times New Roman"/>
              </a:rPr>
            </a:br>
            <a:r>
              <a:rPr lang="en-US" sz="1600" b="1" dirty="0">
                <a:latin typeface="Times New Roman"/>
                <a:ea typeface="Times New Roman"/>
                <a:cs typeface="Times New Roman"/>
              </a:rPr>
              <a:t>Presented by</a:t>
            </a:r>
            <a:r>
              <a:rPr lang="en-US" sz="2000" dirty="0">
                <a:latin typeface="Times New Roman"/>
                <a:ea typeface="Times New Roman"/>
                <a:cs typeface="Times New Roman"/>
              </a:rPr>
              <a:t>:</a:t>
            </a:r>
            <a:br>
              <a:rPr lang="en-US" dirty="0">
                <a:latin typeface="Times New Roman"/>
                <a:ea typeface="Times New Roman"/>
                <a:cs typeface="Times New Roman"/>
              </a:rPr>
            </a:br>
            <a:b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</a:br>
            <a:endParaRPr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3" name="Google Shape;83;p1"/>
          <p:cNvSpPr/>
          <p:nvPr/>
        </p:nvSpPr>
        <p:spPr bwMode="auto">
          <a:xfrm flipH="1">
            <a:off x="5053262" y="2057400"/>
            <a:ext cx="6401469" cy="4800600"/>
          </a:xfrm>
          <a:prstGeom prst="rtTriangle">
            <a:avLst/>
          </a:prstGeom>
          <a:blipFill>
            <a:blip r:embed="rId3">
              <a:alphaModFix/>
            </a:blip>
            <a:stretch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/>
            </a:pPr>
            <a:endParaRPr sz="1400" b="0" i="0" u="none" strike="noStrike" cap="none">
              <a:solidFill>
                <a:schemeClr val="dk1"/>
              </a:solidFill>
              <a:latin typeface="Arimo"/>
              <a:ea typeface="Arimo"/>
              <a:cs typeface="Arim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>
            <a:spLocks noGrp="1"/>
          </p:cNvSpPr>
          <p:nvPr>
            <p:ph type="title"/>
          </p:nvPr>
        </p:nvSpPr>
        <p:spPr bwMode="auto">
          <a:xfrm>
            <a:off x="358600" y="1023024"/>
            <a:ext cx="10753195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1">
                <a:latin typeface="Times New Roman"/>
                <a:ea typeface="Times New Roman"/>
                <a:cs typeface="Times New Roman"/>
              </a:rPr>
              <a:t> Table of Content</a:t>
            </a:r>
            <a:endParaRPr b="1"/>
          </a:p>
        </p:txBody>
      </p:sp>
      <p:sp>
        <p:nvSpPr>
          <p:cNvPr id="89" name="Google Shape;89;p2"/>
          <p:cNvSpPr txBox="1">
            <a:spLocks noGrp="1"/>
          </p:cNvSpPr>
          <p:nvPr>
            <p:ph type="body" idx="1"/>
          </p:nvPr>
        </p:nvSpPr>
        <p:spPr bwMode="auto">
          <a:xfrm>
            <a:off x="166960" y="1770920"/>
            <a:ext cx="10753195" cy="5616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95263" lvl="0" indent="-195263" algn="l">
              <a:spcBef>
                <a:spcPts val="0"/>
              </a:spcBef>
              <a:spcAft>
                <a:spcPts val="0"/>
              </a:spcAft>
              <a:buSzPts val="2070"/>
              <a:buChar char="▪"/>
              <a:defRPr/>
            </a:pPr>
            <a:endParaRPr sz="16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IPSSE_Design1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IPSSE_Design1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1287</TotalTime>
  <Words>25</Words>
  <Application>Microsoft Office PowerPoint</Application>
  <DocSecurity>0</DocSecurity>
  <PresentationFormat>Widescreen</PresentationFormat>
  <Paragraphs>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Arimo</vt:lpstr>
      <vt:lpstr>Noto Sans Symbols</vt:lpstr>
      <vt:lpstr>Times New Roman</vt:lpstr>
      <vt:lpstr>Arial</vt:lpstr>
      <vt:lpstr>1_IPSSE_Design1</vt:lpstr>
      <vt:lpstr>Institute for Software and Systems Engineering    Title   Presented by:  </vt:lpstr>
      <vt:lpstr> Table of Content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Institute for Software and Systems Engineering     HiL-based real-time Test Platform   Name: Muhammad Sami khan  Date:    25th January 2023 </dc:title>
  <dc:subject/>
  <dc:creator>Hooby</dc:creator>
  <cp:keywords/>
  <dc:description/>
  <cp:lastModifiedBy>Yahia Gamal</cp:lastModifiedBy>
  <cp:revision>18</cp:revision>
  <dcterms:created xsi:type="dcterms:W3CDTF">2013-05-21T09:22:36Z</dcterms:created>
  <dcterms:modified xsi:type="dcterms:W3CDTF">2026-02-14T07:17:55Z</dcterms:modified>
  <cp:category/>
  <dc:identifier/>
  <cp:contentStatus/>
  <dc:language/>
  <cp:version/>
</cp:coreProperties>
</file>